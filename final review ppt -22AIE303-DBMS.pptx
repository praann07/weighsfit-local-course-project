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6" r:id="rId6"/>
    <p:sldId id="269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027991-2F07-4F96-B1C6-107263F3CE80}" v="2" dt="2026-10-13T10:55:36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Sreekumar - [CEN - ASAI]" userId="b3c1aa58-c106-4f88-88ea-3055d21dc445" providerId="ADAL" clId="{5B164AC5-E01D-4441-90D0-4360FBA49630}"/>
    <pc:docChg chg="addSld delSld modSld">
      <pc:chgData name="Aswathy Sreekumar - [CEN - ASAI]" userId="b3c1aa58-c106-4f88-88ea-3055d21dc445" providerId="ADAL" clId="{5B164AC5-E01D-4441-90D0-4360FBA49630}" dt="2026-10-13T11:08:54.286" v="58" actId="14100"/>
      <pc:docMkLst>
        <pc:docMk/>
      </pc:docMkLst>
      <pc:sldChg chg="addSp modSp mod">
        <pc:chgData name="Aswathy Sreekumar - [CEN - ASAI]" userId="b3c1aa58-c106-4f88-88ea-3055d21dc445" providerId="ADAL" clId="{5B164AC5-E01D-4441-90D0-4360FBA49630}" dt="2026-10-13T10:52:49.730" v="30" actId="14100"/>
        <pc:sldMkLst>
          <pc:docMk/>
          <pc:sldMk cId="3292820169" sldId="257"/>
        </pc:sldMkLst>
        <pc:graphicFrameChg chg="add mod modGraphic">
          <ac:chgData name="Aswathy Sreekumar - [CEN - ASAI]" userId="b3c1aa58-c106-4f88-88ea-3055d21dc445" providerId="ADAL" clId="{5B164AC5-E01D-4441-90D0-4360FBA49630}" dt="2026-10-13T10:52:49.730" v="30" actId="14100"/>
          <ac:graphicFrameMkLst>
            <pc:docMk/>
            <pc:sldMk cId="3292820169" sldId="257"/>
            <ac:graphicFrameMk id="2" creationId="{DEE1715A-84A1-A11F-4C84-5112CD8BD376}"/>
          </ac:graphicFrameMkLst>
        </pc:graphicFrameChg>
      </pc:sldChg>
      <pc:sldChg chg="del">
        <pc:chgData name="Aswathy Sreekumar - [CEN - ASAI]" userId="b3c1aa58-c106-4f88-88ea-3055d21dc445" providerId="ADAL" clId="{5B164AC5-E01D-4441-90D0-4360FBA49630}" dt="2026-10-13T10:52:52.147" v="31" actId="47"/>
        <pc:sldMkLst>
          <pc:docMk/>
          <pc:sldMk cId="2876923024" sldId="258"/>
        </pc:sldMkLst>
      </pc:sldChg>
      <pc:sldChg chg="del">
        <pc:chgData name="Aswathy Sreekumar - [CEN - ASAI]" userId="b3c1aa58-c106-4f88-88ea-3055d21dc445" providerId="ADAL" clId="{5B164AC5-E01D-4441-90D0-4360FBA49630}" dt="2026-10-13T10:52:56.399" v="32" actId="47"/>
        <pc:sldMkLst>
          <pc:docMk/>
          <pc:sldMk cId="2029237179" sldId="259"/>
        </pc:sldMkLst>
      </pc:sldChg>
      <pc:sldChg chg="modSp mod">
        <pc:chgData name="Aswathy Sreekumar - [CEN - ASAI]" userId="b3c1aa58-c106-4f88-88ea-3055d21dc445" providerId="ADAL" clId="{5B164AC5-E01D-4441-90D0-4360FBA49630}" dt="2026-10-13T10:55:46.990" v="37" actId="2710"/>
        <pc:sldMkLst>
          <pc:docMk/>
          <pc:sldMk cId="1850165588" sldId="261"/>
        </pc:sldMkLst>
        <pc:spChg chg="mod">
          <ac:chgData name="Aswathy Sreekumar - [CEN - ASAI]" userId="b3c1aa58-c106-4f88-88ea-3055d21dc445" providerId="ADAL" clId="{5B164AC5-E01D-4441-90D0-4360FBA49630}" dt="2026-10-13T10:55:46.990" v="37" actId="2710"/>
          <ac:spMkLst>
            <pc:docMk/>
            <pc:sldMk cId="1850165588" sldId="261"/>
            <ac:spMk id="3" creationId="{A531F2BE-E9BB-CFA7-4CF2-F8DBEAF88D73}"/>
          </ac:spMkLst>
        </pc:spChg>
      </pc:sldChg>
      <pc:sldChg chg="del">
        <pc:chgData name="Aswathy Sreekumar - [CEN - ASAI]" userId="b3c1aa58-c106-4f88-88ea-3055d21dc445" providerId="ADAL" clId="{5B164AC5-E01D-4441-90D0-4360FBA49630}" dt="2026-10-13T10:55:50.019" v="38" actId="47"/>
        <pc:sldMkLst>
          <pc:docMk/>
          <pc:sldMk cId="1856641003" sldId="262"/>
        </pc:sldMkLst>
      </pc:sldChg>
      <pc:sldChg chg="del">
        <pc:chgData name="Aswathy Sreekumar - [CEN - ASAI]" userId="b3c1aa58-c106-4f88-88ea-3055d21dc445" providerId="ADAL" clId="{5B164AC5-E01D-4441-90D0-4360FBA49630}" dt="2026-10-13T10:55:52.552" v="39" actId="47"/>
        <pc:sldMkLst>
          <pc:docMk/>
          <pc:sldMk cId="3504888759" sldId="263"/>
        </pc:sldMkLst>
      </pc:sldChg>
      <pc:sldChg chg="del">
        <pc:chgData name="Aswathy Sreekumar - [CEN - ASAI]" userId="b3c1aa58-c106-4f88-88ea-3055d21dc445" providerId="ADAL" clId="{5B164AC5-E01D-4441-90D0-4360FBA49630}" dt="2026-10-13T10:56:47.088" v="40" actId="47"/>
        <pc:sldMkLst>
          <pc:docMk/>
          <pc:sldMk cId="3342667635" sldId="264"/>
        </pc:sldMkLst>
      </pc:sldChg>
      <pc:sldChg chg="del">
        <pc:chgData name="Aswathy Sreekumar - [CEN - ASAI]" userId="b3c1aa58-c106-4f88-88ea-3055d21dc445" providerId="ADAL" clId="{5B164AC5-E01D-4441-90D0-4360FBA49630}" dt="2026-10-13T10:56:49.988" v="41" actId="47"/>
        <pc:sldMkLst>
          <pc:docMk/>
          <pc:sldMk cId="3530030300" sldId="265"/>
        </pc:sldMkLst>
      </pc:sldChg>
      <pc:sldChg chg="modSp mod">
        <pc:chgData name="Aswathy Sreekumar - [CEN - ASAI]" userId="b3c1aa58-c106-4f88-88ea-3055d21dc445" providerId="ADAL" clId="{5B164AC5-E01D-4441-90D0-4360FBA49630}" dt="2026-10-13T10:57:35.144" v="49" actId="20577"/>
        <pc:sldMkLst>
          <pc:docMk/>
          <pc:sldMk cId="230239099" sldId="266"/>
        </pc:sldMkLst>
        <pc:spChg chg="mod">
          <ac:chgData name="Aswathy Sreekumar - [CEN - ASAI]" userId="b3c1aa58-c106-4f88-88ea-3055d21dc445" providerId="ADAL" clId="{5B164AC5-E01D-4441-90D0-4360FBA49630}" dt="2026-10-13T10:57:35.144" v="49" actId="20577"/>
          <ac:spMkLst>
            <pc:docMk/>
            <pc:sldMk cId="230239099" sldId="266"/>
            <ac:spMk id="3" creationId="{5F458A85-15CC-54E5-F079-FE1181C8F397}"/>
          </ac:spMkLst>
        </pc:spChg>
      </pc:sldChg>
      <pc:sldChg chg="del">
        <pc:chgData name="Aswathy Sreekumar - [CEN - ASAI]" userId="b3c1aa58-c106-4f88-88ea-3055d21dc445" providerId="ADAL" clId="{5B164AC5-E01D-4441-90D0-4360FBA49630}" dt="2026-10-13T10:56:55.044" v="42" actId="47"/>
        <pc:sldMkLst>
          <pc:docMk/>
          <pc:sldMk cId="3320080006" sldId="267"/>
        </pc:sldMkLst>
      </pc:sldChg>
      <pc:sldChg chg="addSp modSp new mod">
        <pc:chgData name="Aswathy Sreekumar - [CEN - ASAI]" userId="b3c1aa58-c106-4f88-88ea-3055d21dc445" providerId="ADAL" clId="{5B164AC5-E01D-4441-90D0-4360FBA49630}" dt="2026-10-13T11:08:54.286" v="58" actId="14100"/>
        <pc:sldMkLst>
          <pc:docMk/>
          <pc:sldMk cId="527201399" sldId="269"/>
        </pc:sldMkLst>
        <pc:spChg chg="add mod">
          <ac:chgData name="Aswathy Sreekumar - [CEN - ASAI]" userId="b3c1aa58-c106-4f88-88ea-3055d21dc445" providerId="ADAL" clId="{5B164AC5-E01D-4441-90D0-4360FBA49630}" dt="2026-10-13T11:08:54.286" v="58" actId="14100"/>
          <ac:spMkLst>
            <pc:docMk/>
            <pc:sldMk cId="527201399" sldId="269"/>
            <ac:spMk id="3" creationId="{2678BFD2-E2FE-42D3-F25D-424B4D75D7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6C0A-D5F6-AB81-43DE-88E9948F8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5798CE-68E1-C89D-543E-21144CB6A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A8C6B-94F0-6EB8-00CA-1AAF8056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7C2EB-9B31-B6C1-7DF5-BC6608AF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BE46B-1FFD-0D1B-754D-66129868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5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7AFD-7C6E-33E4-005C-A2B49F3F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12FE6-0B5A-5A6B-2F98-4D5EAA938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AC422-3DDB-9425-FF66-CE063865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F005-93CD-1800-7E05-A2096CA9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C26F3-89BA-AD1B-A191-FE9F0BD8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34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5075-0E8C-A298-A19D-96666BBD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7DBAC-4D36-DF50-F656-F8BA143B2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86904-A66D-A215-6CCE-37E1BFAB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6B1C4-EF4A-E5FC-E105-1C90C79F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B5BD5-D765-54F9-A68E-95023198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5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D904-F9D5-9296-AD75-59910199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B9CB8-4884-904C-29DC-A2984C30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EBB23-0455-90E3-86B1-8504D39E1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D8CF1-1C06-74FA-066B-86EEDDC6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D8D3E-3672-4B30-2C42-D0AADE4A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92943-30AF-1760-4EF5-93186F47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1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8F87-E42A-9FB7-04DF-1A3C5795E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72D96-6B4D-5DDA-6497-5DFD815C6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AE828-D48F-3C4C-83C9-2E90069F6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FF6C5-0D8D-EBCA-7374-551158E97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A7F956-F667-0B2A-11D3-9F8EA6E7D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E9B30-CDE1-A131-B618-CFD28954E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7441B-8946-282F-3058-BC87BF03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835438-20C4-ABC4-2880-2AABD58E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0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DEAC-A027-AF39-3138-89EA5D88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986F5D-7A5A-CB14-BE77-6C18BACB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6E95D-06CE-31FF-B34D-5C98D22B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AFD1F-CB87-9D33-533B-CC30827A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7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6416EE-A675-3080-0FA1-4A3031ED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67CF6-E5EA-BEC9-27D5-4F6D7BC4A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1FDC9-D9D0-F959-462A-00663242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0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EBF6-914D-9CBA-6500-D8C1A6D7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4105D-214B-F383-55A7-30C31F188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6461D-C330-00FA-0BC7-9D5373AE0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25CD7-5C77-9AA3-7CA3-8A587615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FDDAA-BB5C-C923-332D-2A2768B2A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7C015-4541-998F-7137-92450FC4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5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B277-98C0-4BA1-B07D-433FD8BF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8C8283-DEB5-F117-47A9-21B2D1949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3F843-2C90-F839-62E5-D10BC0AA7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E60C-B262-9AA4-5511-F7F10711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8B2B4-6062-530C-6B8D-0B7D237C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24B56-B061-58AF-E81D-B809E019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35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F4BC-331C-555A-D19B-E6B6FCA3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AC5D4-9EEB-A2BE-B5FA-4069D13EC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B4AEE-4C08-0ECB-CEC0-7A29D61C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47458-6AE5-FC47-5752-D8CBD80A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76DE2-23C5-A411-A333-842F8BA7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2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E672DC-4291-6EDB-2532-571B7671A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4DF8F-7692-6D41-B9E5-66BA5AAD8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AEEDA-96A5-99A1-CFC1-4F4770CA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04064-98BD-B23A-F794-8E172868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E548B-D108-816E-4957-A79163B2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D3ED1-0D56-C0D2-9F13-F1C2B5AF9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51F9D-A8BF-931E-3CD9-349C0CAB7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9E098-36DB-F2D4-A2EB-B0E2388C7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C5F1D-ACC1-485E-993F-679869D1C13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D4334-980A-45D8-E18C-CAC89A936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761B6-9B05-D034-B51F-ED3D1F4EA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4B5A6-0504-DE05-284A-C315B1809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OF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E4B16-00B0-FB82-E876-F2B5F288B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NUMBER</a:t>
            </a:r>
          </a:p>
          <a:p>
            <a:r>
              <a:rPr lang="en-US" dirty="0"/>
              <a:t>TEAM MEMBERS NAME-ROLL NO</a:t>
            </a:r>
          </a:p>
        </p:txBody>
      </p:sp>
    </p:spTree>
    <p:extLst>
      <p:ext uri="{BB962C8B-B14F-4D97-AF65-F5344CB8AC3E}">
        <p14:creationId xmlns:p14="http://schemas.microsoft.com/office/powerpoint/2010/main" val="386931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E1715A-84A1-A11F-4C84-5112CD8BD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597399"/>
              </p:ext>
            </p:extLst>
          </p:nvPr>
        </p:nvGraphicFramePr>
        <p:xfrm>
          <a:off x="1392836" y="1045233"/>
          <a:ext cx="5862403" cy="1294892"/>
        </p:xfrm>
        <a:graphic>
          <a:graphicData uri="http://schemas.openxmlformats.org/drawingml/2006/table">
            <a:tbl>
              <a:tblPr/>
              <a:tblGrid>
                <a:gridCol w="5862403">
                  <a:extLst>
                    <a:ext uri="{9D8B030D-6E8A-4147-A177-3AD203B41FA5}">
                      <a16:colId xmlns:a16="http://schemas.microsoft.com/office/drawing/2014/main" val="3898875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 &amp; Objectives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8057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35C095-BD12-401A-AF2B-AADF4EC53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553101"/>
              </p:ext>
            </p:extLst>
          </p:nvPr>
        </p:nvGraphicFramePr>
        <p:xfrm>
          <a:off x="838200" y="3141821"/>
          <a:ext cx="10515600" cy="574358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24212211"/>
                    </a:ext>
                  </a:extLst>
                </a:gridCol>
              </a:tblGrid>
              <a:tr h="24808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problem the system solves, existing difficulties, and why the system is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545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820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88F3-15D6-A352-A8A2-606DEEB2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21F334-CDB5-4C97-FC72-B50709EBA21C}"/>
              </a:ext>
            </a:extLst>
          </p:cNvPr>
          <p:cNvSpPr txBox="1"/>
          <p:nvPr/>
        </p:nvSpPr>
        <p:spPr>
          <a:xfrm>
            <a:off x="1967459" y="1336835"/>
            <a:ext cx="6093500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</a:p>
          <a:p>
            <a:pPr>
              <a:lnSpc>
                <a:spcPct val="150000"/>
              </a:lnSpc>
            </a:pPr>
            <a:endParaRPr 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OR Class Diagram (any one)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072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D3550-CA14-6FD8-F972-395E6415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31F2BE-E9BB-CFA7-4CF2-F8DBEAF88D73}"/>
              </a:ext>
            </a:extLst>
          </p:cNvPr>
          <p:cNvSpPr txBox="1"/>
          <p:nvPr/>
        </p:nvSpPr>
        <p:spPr>
          <a:xfrm>
            <a:off x="1217951" y="1378218"/>
            <a:ext cx="9455046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Normalization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(ER) Diagram (highlighting entities, attributes, and relationships).</a:t>
            </a:r>
          </a:p>
          <a:p>
            <a:pPr lvl="0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Schema (Primary Keys, Foreign Keys, and Constraints).</a:t>
            </a:r>
          </a:p>
          <a:p>
            <a:pPr lvl="0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justification (proving schemas are up to 3NF or BCNF).</a:t>
            </a:r>
          </a:p>
        </p:txBody>
      </p:sp>
    </p:spTree>
    <p:extLst>
      <p:ext uri="{BB962C8B-B14F-4D97-AF65-F5344CB8AC3E}">
        <p14:creationId xmlns:p14="http://schemas.microsoft.com/office/powerpoint/2010/main" val="1850165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27CB-8F21-443E-5AA9-617BD166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458A85-15CC-54E5-F079-FE1181C8F397}"/>
              </a:ext>
            </a:extLst>
          </p:cNvPr>
          <p:cNvSpPr txBox="1"/>
          <p:nvPr/>
        </p:nvSpPr>
        <p:spPr>
          <a:xfrm>
            <a:off x="2462135" y="2071353"/>
            <a:ext cx="60935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 &amp; 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859A6-244E-DBC1-6C0D-B16EEA53B280}"/>
              </a:ext>
            </a:extLst>
          </p:cNvPr>
          <p:cNvSpPr txBox="1"/>
          <p:nvPr/>
        </p:nvSpPr>
        <p:spPr>
          <a:xfrm>
            <a:off x="3049250" y="3311949"/>
            <a:ext cx="6093500" cy="73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has been completed for Review 1</a:t>
            </a:r>
          </a:p>
        </p:txBody>
      </p:sp>
    </p:spTree>
    <p:extLst>
      <p:ext uri="{BB962C8B-B14F-4D97-AF65-F5344CB8AC3E}">
        <p14:creationId xmlns:p14="http://schemas.microsoft.com/office/powerpoint/2010/main" val="23023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78BFD2-E2FE-42D3-F25D-424B4D75D75C}"/>
              </a:ext>
            </a:extLst>
          </p:cNvPr>
          <p:cNvSpPr txBox="1"/>
          <p:nvPr/>
        </p:nvSpPr>
        <p:spPr>
          <a:xfrm>
            <a:off x="2162331" y="2071354"/>
            <a:ext cx="6666876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possible future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527201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7C55B3-47D4-DA03-73DB-7B493CF0D79C}"/>
              </a:ext>
            </a:extLst>
          </p:cNvPr>
          <p:cNvSpPr/>
          <p:nvPr/>
        </p:nvSpPr>
        <p:spPr>
          <a:xfrm>
            <a:off x="4135048" y="2967335"/>
            <a:ext cx="39219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6583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101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TITLE OF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Aswathy Sreekumar - [CEN - ASAI]</dc:creator>
  <cp:lastModifiedBy>Aswathy Sreekumar - [CEN - ASAI]</cp:lastModifiedBy>
  <cp:revision>1</cp:revision>
  <dcterms:created xsi:type="dcterms:W3CDTF">2026-08-10T14:57:35Z</dcterms:created>
  <dcterms:modified xsi:type="dcterms:W3CDTF">2026-10-13T11:09:02Z</dcterms:modified>
</cp:coreProperties>
</file>